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8" r:id="rId3"/>
    <p:sldId id="260" r:id="rId4"/>
    <p:sldId id="261" r:id="rId5"/>
    <p:sldId id="265" r:id="rId6"/>
    <p:sldId id="257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883" autoAdjust="0"/>
  </p:normalViewPr>
  <p:slideViewPr>
    <p:cSldViewPr snapToGrid="0">
      <p:cViewPr varScale="1">
        <p:scale>
          <a:sx n="78" d="100"/>
          <a:sy n="78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985EB-AB48-4D4C-A791-01344C05829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3D810-E0CD-46C0-B85F-7C58852E56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956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repositorio contiene el diseño y la implementación de una base de datos de dos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bootcamps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(Data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Science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Full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y dos promociones (Sept. 2023 y Febr. 2024). Contiene información sobre alumnos, profesores, promociones, campus y proyectos realizados por los alumnos.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3D810-E0CD-46C0-B85F-7C58852E56C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345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Explicación del modelo lógico y la estructura de la tabla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3D810-E0CD-46C0-B85F-7C58852E56C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1742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vez diseñado el modelo, comenzamos a trabajar en la parte técnica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3D810-E0CD-46C0-B85F-7C58852E56C1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2976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3D810-E0CD-46C0-B85F-7C58852E56C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8933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09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4400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110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892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775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9306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37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617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680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288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5367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5223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963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558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5748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7053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79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7FF4EAB-D0E2-4CCE-8838-28DFB1DF7E9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3D152C9-A868-4771-B0F6-D8234B5F847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0749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urso de Data Science Bootcamp - The Bridge | Digital Talent Accelerator |  Docenzia">
            <a:extLst>
              <a:ext uri="{FF2B5EF4-FFF2-40B4-BE49-F238E27FC236}">
                <a16:creationId xmlns:a16="http://schemas.microsoft.com/office/drawing/2014/main" id="{DC8AA9CC-3868-65F4-A2DC-1AF39A7E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277" y="5997677"/>
            <a:ext cx="2760726" cy="71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86815DE-D3A8-FF0A-E35F-B0302B755B80}"/>
              </a:ext>
            </a:extLst>
          </p:cNvPr>
          <p:cNvSpPr txBox="1"/>
          <p:nvPr/>
        </p:nvSpPr>
        <p:spPr>
          <a:xfrm>
            <a:off x="1200519" y="2743199"/>
            <a:ext cx="4895481" cy="1950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Raul Rojo				DS</a:t>
            </a:r>
          </a:p>
          <a:p>
            <a:r>
              <a:rPr lang="es-ES" sz="2400" b="1" dirty="0"/>
              <a:t>Alejandro Ruiz		DS</a:t>
            </a:r>
          </a:p>
          <a:p>
            <a:r>
              <a:rPr lang="es-ES" sz="2400" b="1" dirty="0"/>
              <a:t>David Larreina		DS</a:t>
            </a:r>
          </a:p>
          <a:p>
            <a:r>
              <a:rPr lang="es-ES" sz="2400" b="1" dirty="0"/>
              <a:t>Carlos </a:t>
            </a:r>
            <a:r>
              <a:rPr lang="es-ES" sz="2400" b="1" dirty="0" err="1"/>
              <a:t>Pmendiola</a:t>
            </a:r>
            <a:r>
              <a:rPr lang="es-ES" sz="2400" b="1" dirty="0"/>
              <a:t>	FS</a:t>
            </a:r>
          </a:p>
          <a:p>
            <a:r>
              <a:rPr lang="es-ES" sz="2400" b="1" dirty="0"/>
              <a:t>Aldo Castillo		FS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A0A9BC3-BC2E-9DA4-6CDF-B20F2998D3DF}"/>
              </a:ext>
            </a:extLst>
          </p:cNvPr>
          <p:cNvSpPr/>
          <p:nvPr/>
        </p:nvSpPr>
        <p:spPr>
          <a:xfrm>
            <a:off x="1486226" y="425227"/>
            <a:ext cx="89114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BBDD relacional para gestionar </a:t>
            </a:r>
          </a:p>
          <a:p>
            <a:pPr algn="ctr"/>
            <a:r>
              <a:rPr lang="es-E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información en </a:t>
            </a:r>
            <a:r>
              <a:rPr lang="es-ES" sz="40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bootcamps</a:t>
            </a:r>
            <a:r>
              <a:rPr lang="es-E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THB 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95B41BA-15E1-8646-A618-5086061D6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528" y="6096644"/>
            <a:ext cx="656034" cy="65603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E75CDCA-D59C-667B-3109-21459E49DB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749" y="6096644"/>
            <a:ext cx="710888" cy="71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7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90AB-482F-3E0E-60F8-6A6BA7097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056957-DD46-43A8-D41D-052A97C74AFC}"/>
              </a:ext>
            </a:extLst>
          </p:cNvPr>
          <p:cNvSpPr txBox="1"/>
          <p:nvPr/>
        </p:nvSpPr>
        <p:spPr>
          <a:xfrm>
            <a:off x="727587" y="482145"/>
            <a:ext cx="5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Modelo Lógico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6D49A0-5FD8-EA8C-CAF4-C5CAD714AA2B}"/>
              </a:ext>
            </a:extLst>
          </p:cNvPr>
          <p:cNvSpPr txBox="1"/>
          <p:nvPr/>
        </p:nvSpPr>
        <p:spPr>
          <a:xfrm>
            <a:off x="304798" y="1385813"/>
            <a:ext cx="349045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Entidades: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Proyectos_alumnos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Proyectos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Alumnos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Alumnos_promociones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Promociones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Cursos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Campus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Pro_pro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Profesores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Rol_profesor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b="1" dirty="0"/>
              <a:t>Rol_profesor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endParaRPr lang="es-E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CEEA27-7865-CB19-1CAC-B56A502ED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68" y="1288131"/>
            <a:ext cx="8239434" cy="452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4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6C7033-999E-3BA7-ED2B-942676A0948C}"/>
              </a:ext>
            </a:extLst>
          </p:cNvPr>
          <p:cNvSpPr txBox="1"/>
          <p:nvPr/>
        </p:nvSpPr>
        <p:spPr>
          <a:xfrm>
            <a:off x="501445" y="531307"/>
            <a:ext cx="5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Modelo Entidad-Relación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C85C95-8532-51F1-4D5C-D5BAD285F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588" y="403350"/>
            <a:ext cx="6250307" cy="6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6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0EDC-40BA-A8D3-0854-4C923E5C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3539D6D-9DA3-1C47-1998-EA4FD29E958E}"/>
              </a:ext>
            </a:extLst>
          </p:cNvPr>
          <p:cNvSpPr txBox="1"/>
          <p:nvPr/>
        </p:nvSpPr>
        <p:spPr>
          <a:xfrm>
            <a:off x="707663" y="323893"/>
            <a:ext cx="5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Create</a:t>
            </a:r>
            <a:r>
              <a:rPr lang="es-ES" sz="2800" b="1" dirty="0"/>
              <a:t> Table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01BF706-DD5A-BB37-741D-9C8DD5E45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60" y="1314393"/>
            <a:ext cx="4039164" cy="179095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D539F9A-ED96-1F0D-7ED2-06151DDF6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00" y="1314393"/>
            <a:ext cx="4039164" cy="17909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3B84C54-2DE4-A8FC-DB6E-129F191D8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60" y="3752658"/>
            <a:ext cx="4039164" cy="177768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D7CB2C7-9F40-8DB4-B4C3-14BBC1568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700" y="3752658"/>
            <a:ext cx="4041300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4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C0A2-0226-E7B6-5C4B-B994B8A8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6F3BCA6-9119-906A-33F2-25318CA7EC4B}"/>
              </a:ext>
            </a:extLst>
          </p:cNvPr>
          <p:cNvSpPr txBox="1"/>
          <p:nvPr/>
        </p:nvSpPr>
        <p:spPr>
          <a:xfrm>
            <a:off x="707663" y="323893"/>
            <a:ext cx="5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/>
              <a:t>Alter </a:t>
            </a:r>
            <a:r>
              <a:rPr lang="es-ES" sz="2800" b="1" dirty="0"/>
              <a:t>Table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B0BB56-BABD-4A4D-CB13-81CFE0A7B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63" y="1163870"/>
            <a:ext cx="4190352" cy="26313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2819C47-B43B-F858-7C01-49B0F6BBB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942" y="2772209"/>
            <a:ext cx="4612064" cy="301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4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57220-B5C0-E8B6-C9DA-B93B9C23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EB8F19-6794-3E91-9B11-E5FFACC13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685" y="474150"/>
            <a:ext cx="5674452" cy="590969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669250-3091-7C06-18C1-DB4573568C79}"/>
              </a:ext>
            </a:extLst>
          </p:cNvPr>
          <p:cNvSpPr txBox="1"/>
          <p:nvPr/>
        </p:nvSpPr>
        <p:spPr>
          <a:xfrm>
            <a:off x="501445" y="531307"/>
            <a:ext cx="5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Limpieza de datos</a:t>
            </a:r>
          </a:p>
        </p:txBody>
      </p:sp>
    </p:spTree>
    <p:extLst>
      <p:ext uri="{BB962C8B-B14F-4D97-AF65-F5344CB8AC3E}">
        <p14:creationId xmlns:p14="http://schemas.microsoft.com/office/powerpoint/2010/main" val="273486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1E09F-FEFF-3A49-3FED-99372677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E81D54-9AD1-2FFA-6956-68AE82294880}"/>
              </a:ext>
            </a:extLst>
          </p:cNvPr>
          <p:cNvSpPr txBox="1"/>
          <p:nvPr/>
        </p:nvSpPr>
        <p:spPr>
          <a:xfrm>
            <a:off x="835742" y="461544"/>
            <a:ext cx="5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Inserte </a:t>
            </a:r>
            <a:r>
              <a:rPr lang="es-ES" sz="2800" b="1" dirty="0" err="1"/>
              <a:t>Into</a:t>
            </a:r>
            <a:endParaRPr lang="es-ES" sz="28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9D392E-1127-7E47-7C67-B9761014B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137" y="1395128"/>
            <a:ext cx="6668431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9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B1AD-EEC8-7D57-C44B-E5FB4102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6B4796-391D-A775-DABE-A13E002486BF}"/>
              </a:ext>
            </a:extLst>
          </p:cNvPr>
          <p:cNvSpPr txBox="1"/>
          <p:nvPr/>
        </p:nvSpPr>
        <p:spPr>
          <a:xfrm>
            <a:off x="835742" y="461544"/>
            <a:ext cx="5475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Inserte </a:t>
            </a:r>
            <a:r>
              <a:rPr lang="es-ES" sz="2800" b="1" dirty="0" err="1"/>
              <a:t>Into</a:t>
            </a:r>
            <a:endParaRPr lang="es-ES" sz="28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326489-0E6A-0F75-0266-2F7AB0551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79" y="1308514"/>
            <a:ext cx="7872281" cy="381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8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3DFD-C633-18D3-6999-01126A58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D8B6C9-C3F6-75F4-7C39-9A9D7CE9D26A}"/>
              </a:ext>
            </a:extLst>
          </p:cNvPr>
          <p:cNvSpPr txBox="1"/>
          <p:nvPr/>
        </p:nvSpPr>
        <p:spPr>
          <a:xfrm>
            <a:off x="353961" y="966787"/>
            <a:ext cx="5475621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3200" b="1" dirty="0"/>
          </a:p>
          <a:p>
            <a:r>
              <a:rPr lang="es-ES" sz="2000" b="1" dirty="0"/>
              <a:t>Query1: Alumnos que han aprobado al menos un proyecto.</a:t>
            </a:r>
          </a:p>
          <a:p>
            <a:endParaRPr lang="es-ES" sz="2000" b="1" dirty="0"/>
          </a:p>
          <a:p>
            <a:r>
              <a:rPr lang="es-ES" sz="2000" b="1" dirty="0"/>
              <a:t>Query2: Profesores que tienen asignado un rol específico.</a:t>
            </a:r>
          </a:p>
          <a:p>
            <a:endParaRPr lang="es-ES" sz="2000" b="1" dirty="0"/>
          </a:p>
          <a:p>
            <a:r>
              <a:rPr lang="es-ES" sz="2000" b="1" dirty="0"/>
              <a:t>Query3: Consultar promociones con información del curso y campus.</a:t>
            </a:r>
          </a:p>
          <a:p>
            <a:endParaRPr lang="es-ES" sz="2000" b="1" dirty="0"/>
          </a:p>
          <a:p>
            <a:r>
              <a:rPr lang="es-ES" sz="2000" b="1" dirty="0"/>
              <a:t>Query4: Consultar alumnos asociados a promociones.</a:t>
            </a:r>
          </a:p>
          <a:p>
            <a:endParaRPr lang="es-ES" sz="2000" b="1" dirty="0"/>
          </a:p>
          <a:p>
            <a:r>
              <a:rPr lang="es-ES" sz="2000" b="1" dirty="0"/>
              <a:t>Query5: Consultar alumnos con su curso y campus.</a:t>
            </a:r>
          </a:p>
          <a:p>
            <a:endParaRPr lang="es-ES" dirty="0"/>
          </a:p>
          <a:p>
            <a:br>
              <a:rPr lang="es-ES" dirty="0"/>
            </a:br>
            <a:endParaRPr lang="es-ES" dirty="0"/>
          </a:p>
          <a:p>
            <a:endParaRPr lang="es-ES" sz="28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82819C-3F2E-5915-F5D7-B443495D5B08}"/>
              </a:ext>
            </a:extLst>
          </p:cNvPr>
          <p:cNvSpPr txBox="1"/>
          <p:nvPr/>
        </p:nvSpPr>
        <p:spPr>
          <a:xfrm>
            <a:off x="6095999" y="973189"/>
            <a:ext cx="585511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800" b="1" dirty="0"/>
          </a:p>
          <a:p>
            <a:r>
              <a:rPr lang="es-ES" sz="2000" b="1" dirty="0"/>
              <a:t>Query6: Consultar profesores con curso asignado.</a:t>
            </a:r>
          </a:p>
          <a:p>
            <a:endParaRPr lang="es-ES" sz="2000" b="1" dirty="0"/>
          </a:p>
          <a:p>
            <a:r>
              <a:rPr lang="es-ES" sz="2000" b="1" dirty="0"/>
              <a:t>Query7: Consultar proyectos asignados a alumnos.</a:t>
            </a:r>
          </a:p>
          <a:p>
            <a:endParaRPr lang="es-ES" sz="2000" b="1" dirty="0"/>
          </a:p>
          <a:p>
            <a:r>
              <a:rPr lang="es-ES" sz="2000" b="1" dirty="0"/>
              <a:t>Query8: Alumnos que han suspendido al menos un proyecto.</a:t>
            </a:r>
          </a:p>
          <a:p>
            <a:endParaRPr lang="es-ES" sz="2000" b="1" dirty="0"/>
          </a:p>
          <a:p>
            <a:r>
              <a:rPr lang="es-ES" sz="2000" b="1" dirty="0"/>
              <a:t>Query9: Promedio de proyectos aprobados por campus (rendimiento por ubicación).</a:t>
            </a:r>
          </a:p>
          <a:p>
            <a:endParaRPr lang="es-ES" sz="2000" b="1" dirty="0"/>
          </a:p>
          <a:p>
            <a:r>
              <a:rPr lang="es-ES" sz="2000" b="1" dirty="0"/>
              <a:t>Query10: Detectar alumnos con rendimiento irregular: aprobaron los tres proyectos iniciales, pero suspendieron alguno de los dos finales</a:t>
            </a:r>
          </a:p>
          <a:p>
            <a:endParaRPr lang="es-ES" dirty="0"/>
          </a:p>
          <a:p>
            <a:br>
              <a:rPr lang="es-ES" dirty="0"/>
            </a:br>
            <a:endParaRPr lang="es-ES" dirty="0"/>
          </a:p>
          <a:p>
            <a:endParaRPr lang="es-ES" sz="28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9BE432-18A6-50F3-3656-01773DFE7612}"/>
              </a:ext>
            </a:extLst>
          </p:cNvPr>
          <p:cNvSpPr txBox="1"/>
          <p:nvPr/>
        </p:nvSpPr>
        <p:spPr>
          <a:xfrm>
            <a:off x="1386348" y="258901"/>
            <a:ext cx="94193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Por último, se realizaron una serie de consultas para comprobar que la base de datos funcionaba correctamente:</a:t>
            </a:r>
          </a:p>
        </p:txBody>
      </p:sp>
    </p:spTree>
    <p:extLst>
      <p:ext uri="{BB962C8B-B14F-4D97-AF65-F5344CB8AC3E}">
        <p14:creationId xmlns:p14="http://schemas.microsoft.com/office/powerpoint/2010/main" val="3230703573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138</TotalTime>
  <Words>285</Words>
  <Application>Microsoft Office PowerPoint</Application>
  <PresentationFormat>Panorámica</PresentationFormat>
  <Paragraphs>59</Paragraphs>
  <Slides>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</dc:creator>
  <cp:lastModifiedBy>alejandro ruiz garcia</cp:lastModifiedBy>
  <cp:revision>6</cp:revision>
  <dcterms:created xsi:type="dcterms:W3CDTF">2026-05-21T17:03:05Z</dcterms:created>
  <dcterms:modified xsi:type="dcterms:W3CDTF">2026-05-22T05:23:13Z</dcterms:modified>
</cp:coreProperties>
</file>